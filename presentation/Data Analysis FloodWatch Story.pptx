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ED0317-8272-4FF5-A6ED-342F93873AD5}" v="4" dt="2026-07-27T18:33:15.8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mbuchi Okey Ofoedu" userId="8b419e8baed938fa" providerId="LiveId" clId="{E8D01390-51E5-46B3-AF5C-4B71A8BDF7BC}"/>
    <pc:docChg chg="undo custSel modSld">
      <pc:chgData name="Chimbuchi Okey Ofoedu" userId="8b419e8baed938fa" providerId="LiveId" clId="{E8D01390-51E5-46B3-AF5C-4B71A8BDF7BC}" dt="2026-07-27T18:33:32.479" v="28" actId="20577"/>
      <pc:docMkLst>
        <pc:docMk/>
      </pc:docMkLst>
      <pc:sldChg chg="modSp mod">
        <pc:chgData name="Chimbuchi Okey Ofoedu" userId="8b419e8baed938fa" providerId="LiveId" clId="{E8D01390-51E5-46B3-AF5C-4B71A8BDF7BC}" dt="2026-07-27T18:33:32.479" v="28" actId="20577"/>
        <pc:sldMkLst>
          <pc:docMk/>
          <pc:sldMk cId="459658314" sldId="271"/>
        </pc:sldMkLst>
        <pc:spChg chg="mod">
          <ac:chgData name="Chimbuchi Okey Ofoedu" userId="8b419e8baed938fa" providerId="LiveId" clId="{E8D01390-51E5-46B3-AF5C-4B71A8BDF7BC}" dt="2026-07-27T18:33:32.479" v="28" actId="20577"/>
          <ac:spMkLst>
            <pc:docMk/>
            <pc:sldMk cId="459658314" sldId="271"/>
            <ac:spMk id="5" creationId="{4572AE73-A0B5-D65B-E08E-1BF83AE2E56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195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A4412-452F-4194-2783-42207F78C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E7272-0569-E9F3-422C-C7CA71EE7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B343C-F0E9-A721-7122-05545F7332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B861E-9FF4-8270-8E27-B0EC33D6AB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6639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029200" cy="50292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F2A541">
              <a:alpha val="12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FLOODWATCH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Lagos Through Its Floods — A Data Story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Crowdsourced Flood Monitoring &amp; Weather Severity Analytics for Lagos, Nigeria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Chimbuchi Okey Ofoedu ·  Group 6 DA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Scale of the Problem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206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just a few weeks, Lagos residents flagged 78 flood incidents across the city. Eleven locations emerged as high-risk hotspots — many sitting at an average elevation of just 21 metres, low enough that a single heavy downpour can overwhelm them.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74920" y="1417320"/>
            <a:ext cx="6537960" cy="4709160"/>
          </a:xfrm>
          <a:prstGeom prst="roundRect">
            <a:avLst>
              <a:gd name="adj" fmla="val 1553"/>
            </a:avLst>
          </a:prstGeom>
          <a:solidFill>
            <a:srgbClr val="1229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FloodWatch  ·  Group 6 DA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B57993-6147-9533-D2C0-91B7C769F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19" y="1417320"/>
            <a:ext cx="6568441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Hits Hardest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206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Lekki Phase 1 stands out as the single most-reported hotspot — more reports than the next three locations combined. This is where flood response, and the app's alerts, need to concentrate first.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74920" y="1417320"/>
            <a:ext cx="6537960" cy="4709160"/>
          </a:xfrm>
          <a:prstGeom prst="roundRect">
            <a:avLst>
              <a:gd name="adj" fmla="val 1553"/>
            </a:avLst>
          </a:prstGeom>
          <a:solidFill>
            <a:srgbClr val="1229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FloodWatch  ·  Group 6 DA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41D5FC-7CA4-E9AD-8494-3A04058F7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628" y="1417320"/>
            <a:ext cx="661873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Citywide Pattern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206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out from individual streets and the pattern holds citywide: Lagos Island Core absorbs the highest report volume, nearly double the other zones. Flooding isn't scattered randomly — it clusters where drainage and elevation make residents most vulnerable.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74920" y="1417320"/>
            <a:ext cx="6537960" cy="4709160"/>
          </a:xfrm>
          <a:prstGeom prst="roundRect">
            <a:avLst>
              <a:gd name="adj" fmla="val 1553"/>
            </a:avLst>
          </a:prstGeom>
          <a:solidFill>
            <a:srgbClr val="1229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FloodWatch  ·  Group 6 DA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3276C5-A71C-9F75-4FDE-804E85880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1" y="1417320"/>
            <a:ext cx="653796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Risk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206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every report on the map turns the pattern into geography: three distinct clusters emerge across Lagos's mainland and island zones — exactly the areas FloodWatch needs to prioritize for real-time monitoring.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74920" y="1417320"/>
            <a:ext cx="6537960" cy="4709160"/>
          </a:xfrm>
          <a:prstGeom prst="roundRect">
            <a:avLst>
              <a:gd name="adj" fmla="val 1553"/>
            </a:avLst>
          </a:prstGeom>
          <a:solidFill>
            <a:srgbClr val="1229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FloodWatch  ·  Group 6 DA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3DEBCD-F14B-0A80-04A2-A98F0F4A6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1" y="1417320"/>
            <a:ext cx="653796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Track the Rain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206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reports don't happen at random — they spike in near lock-step with NASA's weather severity readings. When the weather metric climbs, flood reports follow, confirming residents are reporting real conditions, not noise.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74920" y="1417320"/>
            <a:ext cx="6537960" cy="4709160"/>
          </a:xfrm>
          <a:prstGeom prst="roundRect">
            <a:avLst>
              <a:gd name="adj" fmla="val 1553"/>
            </a:avLst>
          </a:prstGeom>
          <a:solidFill>
            <a:srgbClr val="1229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FloodWatch  ·  Group 6 DA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ACBF93-CF6B-679F-9D18-8EBF6B29F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1" y="1417320"/>
            <a:ext cx="653796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Rainfall Drives the Spikes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206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stays fairly constant across months, but rainfall is the volatile variable — and its spikes line up with the flood-reporting surges from the previous slide. Rainfall, not humidity, is the metric to design around.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74920" y="1417320"/>
            <a:ext cx="6537960" cy="4709160"/>
          </a:xfrm>
          <a:prstGeom prst="roundRect">
            <a:avLst>
              <a:gd name="adj" fmla="val 1553"/>
            </a:avLst>
          </a:prstGeom>
          <a:solidFill>
            <a:srgbClr val="1229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FloodWatch  ·  Group 6 DA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340E8A-D7DF-3496-5914-728D9AFC0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1" y="1417320"/>
            <a:ext cx="65379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Residents Experience It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206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residents directly and the picture sharpens: the largest group says flooding happens every single time it rains heavily — not only during rare, extreme storms. This is a frequent, everyday disruption.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74920" y="1417320"/>
            <a:ext cx="6537960" cy="4709160"/>
          </a:xfrm>
          <a:prstGeom prst="roundRect">
            <a:avLst>
              <a:gd name="adj" fmla="val 1553"/>
            </a:avLst>
          </a:prstGeom>
          <a:solidFill>
            <a:srgbClr val="1229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FloodWatch  ·  Group 6 DA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61A7E7-0A71-EC72-5A5E-547CEC683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1" y="1412859"/>
            <a:ext cx="653796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Our Community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206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insights come from 37 residents surveyed directly — and 95% of them said they'd willingly report a flood again. A strong signal that the community wants to participate, if given the right tool.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74920" y="1417320"/>
            <a:ext cx="6537960" cy="4709160"/>
          </a:xfrm>
          <a:prstGeom prst="roundRect">
            <a:avLst>
              <a:gd name="adj" fmla="val 1553"/>
            </a:avLst>
          </a:prstGeom>
          <a:solidFill>
            <a:srgbClr val="1229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FloodWatch  ·  Group 6 DA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9852F6-2803-9737-A37D-5662B23C0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417320"/>
            <a:ext cx="652943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Want From FloodWatch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206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asked directly, a real-time map dominates every other request — more than double the next most-wanted feature, smart nudges. This should anchor the app's core experience.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74920" y="1417320"/>
            <a:ext cx="6537960" cy="4709160"/>
          </a:xfrm>
          <a:prstGeom prst="roundRect">
            <a:avLst>
              <a:gd name="adj" fmla="val 1553"/>
            </a:avLst>
          </a:prstGeom>
          <a:solidFill>
            <a:srgbClr val="1229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FloodWatch  ·  Group 6 DA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DFC0FE-99F1-A317-F066-9C1A0DCF5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417320"/>
            <a:ext cx="653796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Every Phone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206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base splits almost exactly down the middle between iOS and Android — 48.6% to 51.4%. Neither platform can be an afterthought; FloodWatch needs full feature parity on both.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74920" y="1417320"/>
            <a:ext cx="6537960" cy="4709160"/>
          </a:xfrm>
          <a:prstGeom prst="roundRect">
            <a:avLst>
              <a:gd name="adj" fmla="val 1553"/>
            </a:avLst>
          </a:prstGeom>
          <a:solidFill>
            <a:srgbClr val="1229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FloodWatch  ·  Group 6 DA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B7D103-5956-3F41-D93C-03AF1C4BA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1" y="1417320"/>
            <a:ext cx="6537959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Connectivity Challenge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206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catch: during heavy rain, network service degrades severely for most users, and a small share loses connection entirely. Any real-time feature has to keep working even when the network doesn't.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74920" y="1417320"/>
            <a:ext cx="6537960" cy="4709160"/>
          </a:xfrm>
          <a:prstGeom prst="roundRect">
            <a:avLst>
              <a:gd name="adj" fmla="val 1553"/>
            </a:avLst>
          </a:prstGeom>
          <a:solidFill>
            <a:srgbClr val="1229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FloodWatch  ·  Group 6 DA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10026A-ED75-2D1C-F3A9-3C949BF3D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417320"/>
            <a:ext cx="653796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Better Way Is Needed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206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now, most residents rely on the least reliable method available — driving out to check conditions themselves — followed by word-of-mouth. Almost no one uses real-time monitoring. This is exactly the gap FloodWatch closes.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74920" y="1417320"/>
            <a:ext cx="6537960" cy="4709160"/>
          </a:xfrm>
          <a:prstGeom prst="roundRect">
            <a:avLst>
              <a:gd name="adj" fmla="val 1553"/>
            </a:avLst>
          </a:prstGeom>
          <a:solidFill>
            <a:srgbClr val="1229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FloodWatch  ·  Group 6 DA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83E310-0B64-DED3-BE90-77481E9BB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412859"/>
            <a:ext cx="6537960" cy="471362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F2A541">
              <a:alpha val="13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Action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9875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reports, 11 hotspots, one clear priority zone: Lekki Phase 1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— not humidity — is the leading indicator to design around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want a real-time map that keeps working when the network doesn't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4709160"/>
            <a:ext cx="41148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868680" y="4937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DA  ·  FloodWatch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196B1B-88BB-0761-8CFD-C123FE7EA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60B9FC-1239-341A-9C65-94DF3F1577DA}"/>
              </a:ext>
            </a:extLst>
          </p:cNvPr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DE6007E-B016-1D29-7147-D5D8194355C9}"/>
              </a:ext>
            </a:extLst>
          </p:cNvPr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F2A541">
              <a:alpha val="13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03C506-C50E-28BC-3263-2438C4587DF9}"/>
              </a:ext>
            </a:extLst>
          </p:cNvPr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Team </a:t>
            </a: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- Data Analysts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572AE73-A0B5-D65B-E08E-1BF83AE2E566}"/>
              </a:ext>
            </a:extLst>
          </p:cNvPr>
          <p:cNvSpPr/>
          <p:nvPr/>
        </p:nvSpPr>
        <p:spPr>
          <a:xfrm>
            <a:off x="868680" y="2011680"/>
            <a:ext cx="9875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FB8C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Chimbuchi Ofoedu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lvl="0" indent="-342900">
              <a:spcAft>
                <a:spcPts val="1400"/>
              </a:spcAft>
              <a:buSzPct val="100000"/>
              <a:buFontTx/>
              <a:buChar char="●"/>
              <a:defRPr/>
            </a:pPr>
            <a:r>
              <a:rPr lang="en-US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Chinedum Chibueze</a:t>
            </a:r>
          </a:p>
          <a:p>
            <a:pPr marL="342900" lvl="0" indent="-342900">
              <a:spcAft>
                <a:spcPts val="1400"/>
              </a:spcAft>
              <a:buSzPct val="100000"/>
              <a:buFontTx/>
              <a:buChar char="●"/>
              <a:defRPr/>
            </a:pPr>
            <a:r>
              <a:rPr lang="en-US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Chisom Ibeh</a:t>
            </a:r>
          </a:p>
          <a:p>
            <a:pPr marL="342900" lvl="0" indent="-342900">
              <a:spcAft>
                <a:spcPts val="1400"/>
              </a:spcAft>
              <a:buSzPct val="100000"/>
              <a:buFontTx/>
              <a:buChar char="●"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FB8C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Nnoka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FB8C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FB8C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Omezikam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FB8C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8A85D37-D9ED-090A-68A3-B46082B4972E}"/>
              </a:ext>
            </a:extLst>
          </p:cNvPr>
          <p:cNvSpPr/>
          <p:nvPr/>
        </p:nvSpPr>
        <p:spPr>
          <a:xfrm>
            <a:off x="868680" y="4709160"/>
            <a:ext cx="41148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EADA97E-E552-6AD2-4ED3-00FF18EF5374}"/>
              </a:ext>
            </a:extLst>
          </p:cNvPr>
          <p:cNvSpPr/>
          <p:nvPr/>
        </p:nvSpPr>
        <p:spPr>
          <a:xfrm>
            <a:off x="868680" y="4937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2A54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85933B9-5549-10B9-9A13-04E7AB3277D7}"/>
              </a:ext>
            </a:extLst>
          </p:cNvPr>
          <p:cNvSpPr/>
          <p:nvPr/>
        </p:nvSpPr>
        <p:spPr>
          <a:xfrm>
            <a:off x="86868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FB8C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Group 6 DA  ·  FloodWatch  ·  July 2026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9658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696</Words>
  <Application>Microsoft Office PowerPoint</Application>
  <PresentationFormat>Widescreen</PresentationFormat>
  <Paragraphs>80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Chimbuchi Okey Ofoedu</cp:lastModifiedBy>
  <cp:revision>4</cp:revision>
  <dcterms:created xsi:type="dcterms:W3CDTF">2026-07-27T13:28:44Z</dcterms:created>
  <dcterms:modified xsi:type="dcterms:W3CDTF">2026-07-27T18:33:44Z</dcterms:modified>
</cp:coreProperties>
</file>